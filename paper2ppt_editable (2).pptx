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0255" y="594360"/>
            <a:ext cx="259049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01/06 页｜学术汇报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04695" y="1904695"/>
            <a:ext cx="83823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2A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DataFlow：面向数据中心 AI 的统一数据准备与工作流自动化框架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81505" y="3033065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统一数据准备 · 端到端流程编排 · 面向规模化训练与推理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3977640"/>
            <a:ext cx="579089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汇报人：黄立刚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829800" y="5943600"/>
            <a:ext cx="1752905" cy="427025"/>
          </a:xfrm>
          <a:prstGeom prst="roundRect">
            <a:avLst>
              <a:gd name="adj" fmla="val 12848"/>
            </a:avLst>
          </a:prstGeom>
          <a:solidFill>
            <a:srgbClr val="0B1020"/>
          </a:solidFill>
          <a:ln w="12700">
            <a:solidFill>
              <a:srgbClr val="D8A25A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135" y="6057900"/>
            <a:ext cx="14328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2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DataFlow｜统一数据准备与工作流自动化（学术汇报）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0255" y="594360"/>
            <a:ext cx="259049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02/06 页｜研究背景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255" y="1051560"/>
            <a:ext cx="7619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2A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研究背景与问题： LLM 数据准备为何需要系统化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01345" y="1890065"/>
            <a:ext cx="7010705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训练的数据准备正从“抽取过滤”走向“生成—验证—精修”的闭环；需要可复现、可组合、可优化的统一流水线。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1345" y="2560320"/>
            <a:ext cx="5059375" cy="2713025"/>
          </a:xfrm>
          <a:prstGeom prst="roundRect">
            <a:avLst>
              <a:gd name="adj" fmla="val 2022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65215" y="2560320"/>
            <a:ext cx="5059375" cy="2713025"/>
          </a:xfrm>
          <a:prstGeom prst="roundRect">
            <a:avLst>
              <a:gd name="adj" fmla="val 2022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34640"/>
            <a:ext cx="441929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现状痛点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4419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训练依赖多阶段、语义密集的数据处理与合成，传统脚本式流程难复现、难复用、难比较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42675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多阶段、语义密集的处理与合成依赖脚本拼接：难复现、难复用、难比较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流程往往缺少统一抽象：步骤语义不清，协作成本高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调试与迭代困难：缺少可观测性与可追踪的中间产物管理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24905" y="2834640"/>
            <a:ext cx="441929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需求总结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4905" y="3200400"/>
            <a:ext cx="4419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现有系统多偏向抽取与过滤，难以表达“模型在环”的多步生成、验证与语义精修工作流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0625" y="3931920"/>
            <a:ext cx="42675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像深度学习训练一样：统一抽象与规范化协议支撑端到端流水线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可组合算子：支持多步生成、验证与语义精修（模型在环）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可调试、可优化：便于对比实验、参数搜索与质量/成本权衡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829800" y="5943600"/>
            <a:ext cx="1752905" cy="427025"/>
          </a:xfrm>
          <a:prstGeom prst="roundRect">
            <a:avLst>
              <a:gd name="adj" fmla="val 12848"/>
            </a:avLst>
          </a:prstGeom>
          <a:solidFill>
            <a:srgbClr val="0B1020"/>
          </a:solidFill>
          <a:ln w="12700">
            <a:solidFill>
              <a:srgbClr val="D8A25A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97135" y="6057900"/>
            <a:ext cx="14328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2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结论横幅：目标转向——以 LLM 驱动的数据合成与精修为核心的一体化数据流框架｜DataFlow｜统一数据准备与工作流自动化（学术汇报）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0255" y="594360"/>
            <a:ext cx="259049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03/06 页｜系统总览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255" y="1051560"/>
            <a:ext cx="7619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2A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DataFlow 总览：定位、核心组件与工作流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01345" y="1890065"/>
            <a:ext cx="7010705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以统一抽象层贯通“存储—算子—流水线—编译校验”，形成可追踪、可组合的端到端数据流。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1345" y="259049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58745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系统架构（文字版）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入口：CLI / Python SDK / 扩展包 核心：算子库（≈200）＋流水线模板（6 类） 控制：共享表式存储＋显式读写键绑定 保障：组合、编译与校验；产物可追踪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259049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2375" y="2758745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一句话工作流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02375" y="3063240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共享表式存储承载中间产物；每一步用读写键显式绑定依赖，从而让流水线可追踪、可复用、可组合。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1345" y="403890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核心抽象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10735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统一抽象层覆盖： • 全局存储 • LLM Serving • 算子 • 提示模板 • 流水线组合与编译校验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403890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2375" y="42062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控制层 × 生态扩展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02375" y="4510735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控制层： • 共享表式存储 • 显式读写键绑定（依赖清晰） 生态扩展： • 6 类通用流水线（文本/数学/代码/Text-to-SQL/AgenticRAG/知识抽取） • CLI + 扩展包机制（Python 包分发领域算子/流水线）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29800" y="5943600"/>
            <a:ext cx="1752905" cy="427025"/>
          </a:xfrm>
          <a:prstGeom prst="roundRect">
            <a:avLst>
              <a:gd name="adj" fmla="val 12848"/>
            </a:avLst>
          </a:prstGeom>
          <a:solidFill>
            <a:srgbClr val="0B1020"/>
          </a:solidFill>
          <a:ln w="12700">
            <a:solidFill>
              <a:srgbClr val="D8A25A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97135" y="6057900"/>
            <a:ext cx="14328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2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DataFlow｜统一数据准备与工作流自动化（学术汇报）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0255" y="594360"/>
            <a:ext cx="259049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04/06 页｜架构与抽象层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255" y="1051560"/>
            <a:ext cx="7619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2A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框架设计要点：存储—算子—模板—流水线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01345" y="1890065"/>
            <a:ext cx="7010705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用可编程抽象把数据、推理与工作流“解耦但可组合”，以统一协议保证可复现与可迁移。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1345" y="259049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58745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存储抽象（Global Storage）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以“表结构”组织样本字段 • 统一 read/write 接口解耦算子与物理后端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259049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2375" y="2758745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Serving 抽象（LLM Serving）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02375" y="3063240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统一接口屏蔽本地推理与在线 API 差异 • 支持批处理、重试与结构化输出约束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1345" y="403890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算子接口（Operator API）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10735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初始化与运行分离（init / run） • 基于输入/输出键绑定实现复用与依赖检查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4038905"/>
            <a:ext cx="4876495" cy="1218895"/>
          </a:xfrm>
          <a:prstGeom prst="roundRect">
            <a:avLst>
              <a:gd name="adj" fmla="val 4501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2375" y="42062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流水线接口（Pipeline API）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02375" y="4510735"/>
            <a:ext cx="43434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类 PyTorch 的组合式构建 • 支持 compile 静态校验与执行图优化 • 算子范式：生成 / 评估 / 过滤 / 精修（闭环）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29800" y="5943600"/>
            <a:ext cx="1752905" cy="427025"/>
          </a:xfrm>
          <a:prstGeom prst="roundRect">
            <a:avLst>
              <a:gd name="adj" fmla="val 12848"/>
            </a:avLst>
          </a:prstGeom>
          <a:solidFill>
            <a:srgbClr val="0B1020"/>
          </a:solidFill>
          <a:ln w="12700">
            <a:solidFill>
              <a:srgbClr val="D8A25A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97135" y="6057900"/>
            <a:ext cx="14328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2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DataFlow｜统一数据准备与工作流自动化（学术汇报）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0255" y="594360"/>
            <a:ext cx="259049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05/06 页｜编排机制（process chain + side cards）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255" y="1051560"/>
            <a:ext cx="7619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2A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DataFlow-Agent：从自然语言到可执行流水线的智能编排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01345" y="1890065"/>
            <a:ext cx="7010705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多智能体分工驱动“检索—复用—合成—验证—报告”，将用户意图稳定落地为可运行的 DAG 管线。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1345" y="2560320"/>
            <a:ext cx="5059375" cy="2713025"/>
          </a:xfrm>
          <a:prstGeom prst="roundRect">
            <a:avLst>
              <a:gd name="adj" fmla="val 2022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65215" y="2560320"/>
            <a:ext cx="5059375" cy="2713025"/>
          </a:xfrm>
          <a:prstGeom prst="roundRect">
            <a:avLst>
              <a:gd name="adj" fmla="val 2022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34640"/>
            <a:ext cx="441929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阶段链路（从意图到可执行）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200400"/>
            <a:ext cx="4419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主流程按阶段串联；每一步产出可被下一步消费的中间结构（需求→算子集合→DAG→可运行产物）。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42675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用户意图：目标、约束、数据源与输出格式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检索：算子/提示模板召回，覆盖相似任务与最佳实践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复用：兼容性排序与组装优先，减少重复实现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合成：缺失能力自动生成新算子，并做单元级调试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24905" y="2834640"/>
            <a:ext cx="441929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 Agent 角色（右侧小卡片）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4905" y="3200400"/>
            <a:ext cx="4419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以职责拆分协作：先“理解与规划”，再“构建与验证”，最后“解释与交付”。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0625" y="3931920"/>
            <a:ext cx="42675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意图解析器：拆解需求与约束，形成任务结构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检索/排序器：召回算子并按兼容性与成本排序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合成器：必要时生成新算子代码与适配接口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调试/验证器：单测、连通性检查与自修复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829800" y="5943600"/>
            <a:ext cx="1752905" cy="427025"/>
          </a:xfrm>
          <a:prstGeom prst="roundRect">
            <a:avLst>
              <a:gd name="adj" fmla="val 12848"/>
            </a:avLst>
          </a:prstGeom>
          <a:solidFill>
            <a:srgbClr val="0B1020"/>
          </a:solidFill>
          <a:ln w="12700">
            <a:solidFill>
              <a:srgbClr val="D8A25A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97135" y="6057900"/>
            <a:ext cx="14328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2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能力边界与优势：不止“配置推荐”，支持算子级代码生成与调试；对未知需求适配更强，但需在受控沙盒/权限范围内执行。｜DataFlow｜统一数据准备与工作流自动化（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0255" y="594360"/>
            <a:ext cx="259049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A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06/06 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0255" y="1127455"/>
            <a:ext cx="624809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2A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谢谢 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01345" y="2011680"/>
            <a:ext cx="57908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67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相关链接（供参考）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695" y="2819095"/>
            <a:ext cx="5333695" cy="190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代码仓库：https://github.com/OpenDCAI/DataFlow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数据集：https://huggingface.co/datasets/OpenDCAI/dataflow-instruct-10k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文档：https://opendcai.github.io/DataFlow-Doc/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0" y="1904695"/>
            <a:ext cx="3581705" cy="2210105"/>
          </a:xfrm>
          <a:prstGeom prst="roundRect">
            <a:avLst>
              <a:gd name="adj" fmla="val 2482"/>
            </a:avLst>
          </a:prstGeom>
          <a:solidFill>
            <a:srgbClr val="0F172A">
              <a:alpha val="98000"/>
            </a:srgbClr>
          </a:solidFill>
          <a:ln w="10160">
            <a:solidFill>
              <a:srgbClr val="6B7A6A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2205" y="2514600"/>
            <a:ext cx="2971800" cy="1218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F2A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欢迎交流与反馈：Issues / PR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29800" y="5943600"/>
            <a:ext cx="1752905" cy="427025"/>
          </a:xfrm>
          <a:prstGeom prst="roundRect">
            <a:avLst>
              <a:gd name="adj" fmla="val 12848"/>
            </a:avLst>
          </a:prstGeom>
          <a:solidFill>
            <a:srgbClr val="0B1020"/>
          </a:solidFill>
          <a:ln w="12700">
            <a:solidFill>
              <a:srgbClr val="D8A25A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97135" y="6057900"/>
            <a:ext cx="14328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2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DataFlow｜统一数据准备与工作流自动化（学术汇报）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Paper2Any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1779949110498983242-37e34c4b_structured_editable.pptx</dc:title>
  <dc:subject>Structured editable PPT</dc:subject>
  <dc:creator>Paper2Any</dc:creator>
  <cp:lastModifiedBy>Paper2Any</cp:lastModifiedBy>
  <cp:revision>1</cp:revision>
  <dcterms:created xsi:type="dcterms:W3CDTF">2026-05-28T06:22:28Z</dcterms:created>
  <dcterms:modified xsi:type="dcterms:W3CDTF">2026-05-28T06:22:28Z</dcterms:modified>
</cp:coreProperties>
</file>